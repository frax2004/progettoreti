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6E5B9A-4109-D947-847D-EE987F91BECE}" v="1" dt="2025-12-04T17:09:44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08"/>
    <p:restoredTop sz="94609"/>
  </p:normalViewPr>
  <p:slideViewPr>
    <p:cSldViewPr snapToGrid="0">
      <p:cViewPr varScale="1">
        <p:scale>
          <a:sx n="147" d="100"/>
          <a:sy n="147" d="100"/>
        </p:scale>
        <p:origin x="5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RIZIO GIULIANO" userId="b067ced6-938c-4f79-89df-6c1debfbfd7c" providerId="ADAL" clId="{8B76302B-4827-5865-BAEA-A70389EDF0B5}"/>
    <pc:docChg chg="modSld">
      <pc:chgData name="FABRIZIO GIULIANO" userId="b067ced6-938c-4f79-89df-6c1debfbfd7c" providerId="ADAL" clId="{8B76302B-4827-5865-BAEA-A70389EDF0B5}" dt="2025-12-05T08:25:15.865" v="14" actId="207"/>
      <pc:docMkLst>
        <pc:docMk/>
      </pc:docMkLst>
      <pc:sldChg chg="addSp modSp mod">
        <pc:chgData name="FABRIZIO GIULIANO" userId="b067ced6-938c-4f79-89df-6c1debfbfd7c" providerId="ADAL" clId="{8B76302B-4827-5865-BAEA-A70389EDF0B5}" dt="2025-12-05T08:25:15.865" v="14" actId="207"/>
        <pc:sldMkLst>
          <pc:docMk/>
          <pc:sldMk cId="3264538772" sldId="256"/>
        </pc:sldMkLst>
        <pc:spChg chg="mod">
          <ac:chgData name="FABRIZIO GIULIANO" userId="b067ced6-938c-4f79-89df-6c1debfbfd7c" providerId="ADAL" clId="{8B76302B-4827-5865-BAEA-A70389EDF0B5}" dt="2025-12-05T08:25:15.865" v="14" actId="207"/>
          <ac:spMkLst>
            <pc:docMk/>
            <pc:sldMk cId="3264538772" sldId="256"/>
            <ac:spMk id="122" creationId="{371F85B0-E5DB-69CC-EAD6-47F425E3FF01}"/>
          </ac:spMkLst>
        </pc:spChg>
        <pc:spChg chg="mod">
          <ac:chgData name="FABRIZIO GIULIANO" userId="b067ced6-938c-4f79-89df-6c1debfbfd7c" providerId="ADAL" clId="{8B76302B-4827-5865-BAEA-A70389EDF0B5}" dt="2025-12-05T08:25:15.865" v="14" actId="207"/>
          <ac:spMkLst>
            <pc:docMk/>
            <pc:sldMk cId="3264538772" sldId="256"/>
            <ac:spMk id="131" creationId="{C637E33F-A728-DA8D-E73A-CE95529A45A6}"/>
          </ac:spMkLst>
        </pc:spChg>
        <pc:cxnChg chg="add mod">
          <ac:chgData name="FABRIZIO GIULIANO" userId="b067ced6-938c-4f79-89df-6c1debfbfd7c" providerId="ADAL" clId="{8B76302B-4827-5865-BAEA-A70389EDF0B5}" dt="2025-12-04T17:09:48.749" v="2" actId="14100"/>
          <ac:cxnSpMkLst>
            <pc:docMk/>
            <pc:sldMk cId="3264538772" sldId="256"/>
            <ac:cxnSpMk id="2" creationId="{D5C2D9F2-814B-B628-1451-6C5ADBA10A1A}"/>
          </ac:cxnSpMkLst>
        </pc:cxnChg>
        <pc:cxnChg chg="mod">
          <ac:chgData name="FABRIZIO GIULIANO" userId="b067ced6-938c-4f79-89df-6c1debfbfd7c" providerId="ADAL" clId="{8B76302B-4827-5865-BAEA-A70389EDF0B5}" dt="2025-12-05T08:25:07.959" v="13" actId="1038"/>
          <ac:cxnSpMkLst>
            <pc:docMk/>
            <pc:sldMk cId="3264538772" sldId="256"/>
            <ac:cxnSpMk id="123" creationId="{84C872B5-4521-824A-EA44-CE5F8325DC1B}"/>
          </ac:cxnSpMkLst>
        </pc:cxnChg>
        <pc:cxnChg chg="mod">
          <ac:chgData name="FABRIZIO GIULIANO" userId="b067ced6-938c-4f79-89df-6c1debfbfd7c" providerId="ADAL" clId="{8B76302B-4827-5865-BAEA-A70389EDF0B5}" dt="2025-12-05T08:25:07.959" v="13" actId="1038"/>
          <ac:cxnSpMkLst>
            <pc:docMk/>
            <pc:sldMk cId="3264538772" sldId="256"/>
            <ac:cxnSpMk id="132" creationId="{FB7436CC-971E-F302-4574-76E6C3F3605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92C1-3D5D-1CEC-BB08-79920AA6E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7CCC1-66B5-FCC8-004A-43F3C478C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FA8BD-E105-8055-1278-C1E1274B7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5E7F-51A6-E644-8A73-2F618EC53CF6}" type="datetimeFigureOut">
              <a:rPr lang="en-IT" smtClean="0"/>
              <a:t>12/5/25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85313-0074-7AF9-E781-B34DC597A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B386A-9ED4-6398-197D-BAA9DF57F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B5DE-15AF-B844-81DE-939CC713088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6335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5777B-0E46-8F73-CD5B-11270A0BF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C2440-CDAA-012E-5938-9C316396E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E5188-A8ED-8550-14FA-F97B47F7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5E7F-51A6-E644-8A73-2F618EC53CF6}" type="datetimeFigureOut">
              <a:rPr lang="en-IT" smtClean="0"/>
              <a:t>12/5/25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50511-1E43-C306-A17C-9D6337C1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C25D0-D930-54FB-DDF7-0FD7F9E25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B5DE-15AF-B844-81DE-939CC713088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92852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2AED-05C5-BEEA-D786-71EC9D70F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F7DA5-A7D1-C7DA-DAEE-3BC8E7C25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6BF85-AB94-A7ED-42AB-7ED371939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5E7F-51A6-E644-8A73-2F618EC53CF6}" type="datetimeFigureOut">
              <a:rPr lang="en-IT" smtClean="0"/>
              <a:t>12/5/25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474B1-6218-2115-02B5-8800EB639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C627D-65D7-F538-C3C6-F72884FA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B5DE-15AF-B844-81DE-939CC713088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40476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87E8-E327-62A0-DE79-BB377140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DF711-39B9-B515-643C-A78674CDB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8DFE4-A703-EE73-FD15-3BB15C4C9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97F97-5E3D-B451-3641-DD0485294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5E7F-51A6-E644-8A73-2F618EC53CF6}" type="datetimeFigureOut">
              <a:rPr lang="en-IT" smtClean="0"/>
              <a:t>12/5/25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C0D32-C89E-77AD-1A97-29EEC20E0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19E23-613C-8991-85AD-BD540552A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B5DE-15AF-B844-81DE-939CC713088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8104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8A0F-C0F2-69E9-FDE4-5E163A96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ADC6B-30D1-800B-F433-795917F14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D37CE-7087-D92E-44AC-B2791BEEB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09789-3562-563F-ECEC-5581EC309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7558F3-6827-0660-6E77-CAEFFE7EFF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29A36-E60B-3EC9-1106-93FDE94A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5E7F-51A6-E644-8A73-2F618EC53CF6}" type="datetimeFigureOut">
              <a:rPr lang="en-IT" smtClean="0"/>
              <a:t>12/5/25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BB1817-BBF1-10E2-EE55-A4C1C2FF5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A74D6-DF91-958B-BD09-D50C4D36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B5DE-15AF-B844-81DE-939CC713088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97021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59DE-BFEC-6FD4-C361-F4013001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F9D07-CBB7-03E0-94C4-AB7FB5CCE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5E7F-51A6-E644-8A73-2F618EC53CF6}" type="datetimeFigureOut">
              <a:rPr lang="en-IT" smtClean="0"/>
              <a:t>12/5/25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BB175-5FE2-C62C-3F1E-D80EE39A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53221-0AEC-6D45-07BF-C2BA65FF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B5DE-15AF-B844-81DE-939CC713088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07184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2FD11-3B3D-B636-D7CC-C2166F3B2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5E7F-51A6-E644-8A73-2F618EC53CF6}" type="datetimeFigureOut">
              <a:rPr lang="en-IT" smtClean="0"/>
              <a:t>12/5/25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A9E5CD-3051-9DAF-3560-F0DDDC3D7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C65E1-ACA8-3CE0-EDB8-D6819E7C6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B5DE-15AF-B844-81DE-939CC713088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6863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754CF-2204-11B1-31B9-D4666A0A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3C723-FDCA-5BB3-DEBB-FEF8F17F3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15DE6-6064-76B2-BE25-B3F36D7D9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F06F2-3E7D-ADF0-F27E-CA81AC54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5E7F-51A6-E644-8A73-2F618EC53CF6}" type="datetimeFigureOut">
              <a:rPr lang="en-IT" smtClean="0"/>
              <a:t>12/5/25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318B8-DA56-F690-3B7E-A18495E7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643BE-A420-E8B9-408D-E002C793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B5DE-15AF-B844-81DE-939CC713088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7967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49E4-4833-942C-6E5D-C9A2DC4E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DB5A40-17A6-CC05-5A5B-C6B5F2C328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8EC46-A4C8-BA13-2528-86F39E47A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91E60-22FA-AB4A-F21D-C1FC1FBD9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5E7F-51A6-E644-8A73-2F618EC53CF6}" type="datetimeFigureOut">
              <a:rPr lang="en-IT" smtClean="0"/>
              <a:t>12/5/25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38D4B-26C5-9CD8-B3D5-82600A798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0328B-2D8D-12F1-A65D-C768F9E6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B5DE-15AF-B844-81DE-939CC713088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50802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7EE4-8D27-00F7-1041-895FB153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7F1B3-7686-9B57-D060-7A21AE011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2FCAC-78C9-337F-7B6D-31A312C96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5E7F-51A6-E644-8A73-2F618EC53CF6}" type="datetimeFigureOut">
              <a:rPr lang="en-IT" smtClean="0"/>
              <a:t>12/5/25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8CCBB-DF1F-18F0-AB1E-C6CF5D707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FDA25-C969-0EF5-B12E-7D7D036B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B5DE-15AF-B844-81DE-939CC713088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51660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F19F85-47C4-F8A0-420A-9B1ADF075A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742A3-FBCD-26C9-87FC-B2C5A285B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996D1-C8EC-F0E6-0790-3162AAA4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5E7F-51A6-E644-8A73-2F618EC53CF6}" type="datetimeFigureOut">
              <a:rPr lang="en-IT" smtClean="0"/>
              <a:t>12/5/25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65A71-F25E-1532-65BC-13FF8F2D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BA67E-9DB2-3BF6-9608-82C54497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B5DE-15AF-B844-81DE-939CC713088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7218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0A398E-6110-972E-7C39-1F1DC3735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79208-058D-9200-591E-6DF55D34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2BF5D-0F20-C278-44FE-26F05432D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6A5E7F-51A6-E644-8A73-2F618EC53CF6}" type="datetimeFigureOut">
              <a:rPr lang="en-IT" smtClean="0"/>
              <a:t>12/5/25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89B98-96C0-E50F-2394-C631C1908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CC651-8DEE-80EA-5C74-29E7E335E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4B5DE-15AF-B844-81DE-939CC713088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7170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287D17-02F0-1AD8-EDEC-BF6E5C946B91}"/>
              </a:ext>
            </a:extLst>
          </p:cNvPr>
          <p:cNvSpPr txBox="1"/>
          <p:nvPr/>
        </p:nvSpPr>
        <p:spPr>
          <a:xfrm>
            <a:off x="5005271" y="202473"/>
            <a:ext cx="341760" cy="26161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h2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C140B-D686-A6C6-8F30-40FB43657F80}"/>
              </a:ext>
            </a:extLst>
          </p:cNvPr>
          <p:cNvSpPr txBox="1"/>
          <p:nvPr/>
        </p:nvSpPr>
        <p:spPr>
          <a:xfrm>
            <a:off x="9292520" y="4356002"/>
            <a:ext cx="341760" cy="26161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h3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8C0F9-C254-F802-0BC1-F2A46843EDA6}"/>
              </a:ext>
            </a:extLst>
          </p:cNvPr>
          <p:cNvSpPr txBox="1"/>
          <p:nvPr/>
        </p:nvSpPr>
        <p:spPr>
          <a:xfrm>
            <a:off x="1536731" y="336033"/>
            <a:ext cx="332142" cy="26161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s1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545DC0-161E-3C3C-EF66-4E3077FEB06E}"/>
              </a:ext>
            </a:extLst>
          </p:cNvPr>
          <p:cNvSpPr txBox="1"/>
          <p:nvPr/>
        </p:nvSpPr>
        <p:spPr>
          <a:xfrm>
            <a:off x="2225878" y="350951"/>
            <a:ext cx="332142" cy="26161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s2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47FD9C-A8E8-E9F7-C903-3A3B93D7E2BC}"/>
              </a:ext>
            </a:extLst>
          </p:cNvPr>
          <p:cNvSpPr txBox="1"/>
          <p:nvPr/>
        </p:nvSpPr>
        <p:spPr>
          <a:xfrm>
            <a:off x="277553" y="3162426"/>
            <a:ext cx="332142" cy="26161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s3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73DB37-AFA9-7F94-0A62-010116885A5D}"/>
              </a:ext>
            </a:extLst>
          </p:cNvPr>
          <p:cNvSpPr txBox="1"/>
          <p:nvPr/>
        </p:nvSpPr>
        <p:spPr>
          <a:xfrm>
            <a:off x="382852" y="3712738"/>
            <a:ext cx="332142" cy="26161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s4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90CD3DD-724C-CD2F-394D-F5005E23D3FB}"/>
              </a:ext>
            </a:extLst>
          </p:cNvPr>
          <p:cNvSpPr/>
          <p:nvPr/>
        </p:nvSpPr>
        <p:spPr>
          <a:xfrm>
            <a:off x="1723641" y="1677584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06BAF2B-AFE3-FDC6-3836-146D51DC75AA}"/>
              </a:ext>
            </a:extLst>
          </p:cNvPr>
          <p:cNvSpPr/>
          <p:nvPr/>
        </p:nvSpPr>
        <p:spPr>
          <a:xfrm>
            <a:off x="1614325" y="3199073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FDF5E6-E8B7-E979-7926-B19DC2B22B25}"/>
              </a:ext>
            </a:extLst>
          </p:cNvPr>
          <p:cNvSpPr/>
          <p:nvPr/>
        </p:nvSpPr>
        <p:spPr>
          <a:xfrm>
            <a:off x="2852058" y="1677584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0A49AD-9F79-1072-F1A6-5512C4EFBFB8}"/>
              </a:ext>
            </a:extLst>
          </p:cNvPr>
          <p:cNvSpPr/>
          <p:nvPr/>
        </p:nvSpPr>
        <p:spPr>
          <a:xfrm>
            <a:off x="2778251" y="3199073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1087BF-5F4A-A773-ABE0-9B65E4F1EF75}"/>
              </a:ext>
            </a:extLst>
          </p:cNvPr>
          <p:cNvSpPr/>
          <p:nvPr/>
        </p:nvSpPr>
        <p:spPr>
          <a:xfrm>
            <a:off x="8105553" y="2307881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A240205-2605-7C23-D07B-A63A92C36439}"/>
              </a:ext>
            </a:extLst>
          </p:cNvPr>
          <p:cNvSpPr/>
          <p:nvPr/>
        </p:nvSpPr>
        <p:spPr>
          <a:xfrm>
            <a:off x="2405855" y="4808204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9E43F97-B745-4676-30EF-1C0EE69949AA}"/>
              </a:ext>
            </a:extLst>
          </p:cNvPr>
          <p:cNvSpPr/>
          <p:nvPr/>
        </p:nvSpPr>
        <p:spPr>
          <a:xfrm>
            <a:off x="6008986" y="1758302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Sw7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F52DAE-1997-13CE-8407-22B901B9F433}"/>
              </a:ext>
            </a:extLst>
          </p:cNvPr>
          <p:cNvSpPr/>
          <p:nvPr/>
        </p:nvSpPr>
        <p:spPr>
          <a:xfrm>
            <a:off x="3680589" y="4587073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Sw8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FB2F68B-AA57-276C-3848-6DC7C3D1573A}"/>
              </a:ext>
            </a:extLst>
          </p:cNvPr>
          <p:cNvSpPr/>
          <p:nvPr/>
        </p:nvSpPr>
        <p:spPr>
          <a:xfrm>
            <a:off x="9440628" y="328236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14CEEC0-1323-162F-7691-8EE614CEF9BF}"/>
              </a:ext>
            </a:extLst>
          </p:cNvPr>
          <p:cNvSpPr/>
          <p:nvPr/>
        </p:nvSpPr>
        <p:spPr>
          <a:xfrm>
            <a:off x="7283720" y="5176733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Sw10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BD46F8-6C2B-C234-3683-2C38CBFB9F33}"/>
              </a:ext>
            </a:extLst>
          </p:cNvPr>
          <p:cNvSpPr/>
          <p:nvPr/>
        </p:nvSpPr>
        <p:spPr>
          <a:xfrm>
            <a:off x="7228200" y="334100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Sw11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1D1F9E1-DE1B-54EC-DDCF-E25A6C422325}"/>
              </a:ext>
            </a:extLst>
          </p:cNvPr>
          <p:cNvSpPr/>
          <p:nvPr/>
        </p:nvSpPr>
        <p:spPr>
          <a:xfrm>
            <a:off x="7283720" y="4240722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Sw12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7A8BD10-8C78-64AD-7BD3-C374E822ABCB}"/>
              </a:ext>
            </a:extLst>
          </p:cNvPr>
          <p:cNvSpPr/>
          <p:nvPr/>
        </p:nvSpPr>
        <p:spPr>
          <a:xfrm>
            <a:off x="8299624" y="1211672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Sw13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10A8ABD-25FD-6F3E-338F-EF54571545D7}"/>
              </a:ext>
            </a:extLst>
          </p:cNvPr>
          <p:cNvSpPr/>
          <p:nvPr/>
        </p:nvSpPr>
        <p:spPr>
          <a:xfrm>
            <a:off x="5121185" y="864518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Sw14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71054B-71A5-710F-2063-DF7B25CE052C}"/>
              </a:ext>
            </a:extLst>
          </p:cNvPr>
          <p:cNvSpPr/>
          <p:nvPr/>
        </p:nvSpPr>
        <p:spPr>
          <a:xfrm>
            <a:off x="6042296" y="4404235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Sw15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62F3FEB-C465-CAB6-7B52-2FF756FC0A56}"/>
              </a:ext>
            </a:extLst>
          </p:cNvPr>
          <p:cNvSpPr/>
          <p:nvPr/>
        </p:nvSpPr>
        <p:spPr>
          <a:xfrm>
            <a:off x="8370693" y="4222212"/>
            <a:ext cx="529190" cy="5291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b="1" dirty="0"/>
              <a:t>Sw16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5B639DC-F4CB-0B76-1317-CE9AE5235718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>
            <a:off x="1702802" y="597643"/>
            <a:ext cx="285434" cy="10799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EE68656-4282-A404-F90F-38906444D267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 flipH="1">
            <a:off x="1988236" y="612561"/>
            <a:ext cx="403713" cy="10650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DFCAF62-599D-13FD-4B49-B3D65410B2D9}"/>
              </a:ext>
            </a:extLst>
          </p:cNvPr>
          <p:cNvCxnSpPr>
            <a:cxnSpLocks/>
            <a:stCxn id="18" idx="2"/>
            <a:endCxn id="14" idx="3"/>
          </p:cNvCxnSpPr>
          <p:nvPr/>
        </p:nvCxnSpPr>
        <p:spPr>
          <a:xfrm flipH="1" flipV="1">
            <a:off x="609695" y="3293231"/>
            <a:ext cx="1004630" cy="1704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1C3364A-75C5-5AD1-6384-89A71675CCD3}"/>
              </a:ext>
            </a:extLst>
          </p:cNvPr>
          <p:cNvCxnSpPr>
            <a:cxnSpLocks/>
            <a:stCxn id="18" idx="2"/>
            <a:endCxn id="15" idx="3"/>
          </p:cNvCxnSpPr>
          <p:nvPr/>
        </p:nvCxnSpPr>
        <p:spPr>
          <a:xfrm flipH="1">
            <a:off x="714994" y="3463668"/>
            <a:ext cx="899331" cy="379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5475749-751C-F7D2-68F4-14BC409C01DD}"/>
              </a:ext>
            </a:extLst>
          </p:cNvPr>
          <p:cNvSpPr txBox="1"/>
          <p:nvPr/>
        </p:nvSpPr>
        <p:spPr>
          <a:xfrm>
            <a:off x="10006291" y="2572987"/>
            <a:ext cx="332142" cy="2616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s5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953BF9-40C5-5F8B-65BA-687D1B35DBC8}"/>
              </a:ext>
            </a:extLst>
          </p:cNvPr>
          <p:cNvSpPr txBox="1"/>
          <p:nvPr/>
        </p:nvSpPr>
        <p:spPr>
          <a:xfrm>
            <a:off x="9741696" y="2211889"/>
            <a:ext cx="332142" cy="2616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s6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B468F8-F175-DC9A-BB94-B28C5799ABA9}"/>
              </a:ext>
            </a:extLst>
          </p:cNvPr>
          <p:cNvSpPr txBox="1"/>
          <p:nvPr/>
        </p:nvSpPr>
        <p:spPr>
          <a:xfrm>
            <a:off x="1948471" y="4422317"/>
            <a:ext cx="332142" cy="26161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s7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EC0B6A3-89FA-F309-E846-443A02E9702A}"/>
              </a:ext>
            </a:extLst>
          </p:cNvPr>
          <p:cNvCxnSpPr>
            <a:cxnSpLocks/>
            <a:stCxn id="19" idx="2"/>
            <a:endCxn id="17" idx="6"/>
          </p:cNvCxnSpPr>
          <p:nvPr/>
        </p:nvCxnSpPr>
        <p:spPr>
          <a:xfrm flipH="1">
            <a:off x="2252831" y="1942179"/>
            <a:ext cx="5992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22CE58B-DCC4-1CD7-2E8B-DB5C8DA82D1E}"/>
              </a:ext>
            </a:extLst>
          </p:cNvPr>
          <p:cNvCxnSpPr>
            <a:cxnSpLocks/>
            <a:stCxn id="20" idx="2"/>
            <a:endCxn id="18" idx="6"/>
          </p:cNvCxnSpPr>
          <p:nvPr/>
        </p:nvCxnSpPr>
        <p:spPr>
          <a:xfrm flipH="1">
            <a:off x="2143515" y="3463668"/>
            <a:ext cx="6347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8159F24-1E6B-2D98-81F1-80DB670CC0F3}"/>
              </a:ext>
            </a:extLst>
          </p:cNvPr>
          <p:cNvCxnSpPr>
            <a:cxnSpLocks/>
            <a:stCxn id="21" idx="6"/>
            <a:endCxn id="55" idx="1"/>
          </p:cNvCxnSpPr>
          <p:nvPr/>
        </p:nvCxnSpPr>
        <p:spPr>
          <a:xfrm>
            <a:off x="8634743" y="2572476"/>
            <a:ext cx="1371548" cy="1313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36F7D7F-7B8D-1088-D51A-D3D67705AFC0}"/>
              </a:ext>
            </a:extLst>
          </p:cNvPr>
          <p:cNvCxnSpPr>
            <a:cxnSpLocks/>
            <a:stCxn id="21" idx="6"/>
            <a:endCxn id="56" idx="1"/>
          </p:cNvCxnSpPr>
          <p:nvPr/>
        </p:nvCxnSpPr>
        <p:spPr>
          <a:xfrm flipV="1">
            <a:off x="8634743" y="2342694"/>
            <a:ext cx="1106953" cy="2297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2467687-66E1-2D81-168D-9019F21DCBCE}"/>
              </a:ext>
            </a:extLst>
          </p:cNvPr>
          <p:cNvCxnSpPr>
            <a:cxnSpLocks/>
            <a:stCxn id="22" idx="2"/>
            <a:endCxn id="57" idx="2"/>
          </p:cNvCxnSpPr>
          <p:nvPr/>
        </p:nvCxnSpPr>
        <p:spPr>
          <a:xfrm flipH="1" flipV="1">
            <a:off x="2114542" y="4683927"/>
            <a:ext cx="291313" cy="3888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577426E-8A0C-7299-A859-C5B7ADF145CE}"/>
              </a:ext>
            </a:extLst>
          </p:cNvPr>
          <p:cNvSpPr txBox="1"/>
          <p:nvPr/>
        </p:nvSpPr>
        <p:spPr>
          <a:xfrm>
            <a:off x="1747591" y="4847232"/>
            <a:ext cx="332142" cy="26161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s8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A6AAD92-73BA-F2B4-33BB-48AB3228217D}"/>
              </a:ext>
            </a:extLst>
          </p:cNvPr>
          <p:cNvCxnSpPr>
            <a:cxnSpLocks/>
            <a:stCxn id="22" idx="2"/>
            <a:endCxn id="73" idx="3"/>
          </p:cNvCxnSpPr>
          <p:nvPr/>
        </p:nvCxnSpPr>
        <p:spPr>
          <a:xfrm flipH="1" flipV="1">
            <a:off x="2079733" y="4978037"/>
            <a:ext cx="326122" cy="947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CB9D6D1-B5B9-2479-703B-C177F2E6F0B4}"/>
              </a:ext>
            </a:extLst>
          </p:cNvPr>
          <p:cNvCxnSpPr>
            <a:cxnSpLocks/>
            <a:stCxn id="21" idx="2"/>
            <a:endCxn id="23" idx="6"/>
          </p:cNvCxnSpPr>
          <p:nvPr/>
        </p:nvCxnSpPr>
        <p:spPr>
          <a:xfrm flipH="1" flipV="1">
            <a:off x="6538176" y="2022897"/>
            <a:ext cx="1567377" cy="5495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4DB1402C-A12B-E9B4-943C-FB1419A81A67}"/>
              </a:ext>
            </a:extLst>
          </p:cNvPr>
          <p:cNvSpPr txBox="1"/>
          <p:nvPr/>
        </p:nvSpPr>
        <p:spPr>
          <a:xfrm>
            <a:off x="1813491" y="5336698"/>
            <a:ext cx="332142" cy="26161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s8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117B098F-2ECE-22BB-49EE-25673124B634}"/>
              </a:ext>
            </a:extLst>
          </p:cNvPr>
          <p:cNvCxnSpPr>
            <a:cxnSpLocks/>
            <a:stCxn id="93" idx="0"/>
            <a:endCxn id="22" idx="2"/>
          </p:cNvCxnSpPr>
          <p:nvPr/>
        </p:nvCxnSpPr>
        <p:spPr>
          <a:xfrm flipV="1">
            <a:off x="1979562" y="5072799"/>
            <a:ext cx="426293" cy="263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D6FE049-0922-CA42-FE7B-A72976F0DC13}"/>
              </a:ext>
            </a:extLst>
          </p:cNvPr>
          <p:cNvCxnSpPr>
            <a:cxnSpLocks/>
            <a:stCxn id="22" idx="6"/>
            <a:endCxn id="24" idx="3"/>
          </p:cNvCxnSpPr>
          <p:nvPr/>
        </p:nvCxnSpPr>
        <p:spPr>
          <a:xfrm flipV="1">
            <a:off x="2935045" y="5038765"/>
            <a:ext cx="823042" cy="340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5A65F59A-C5D6-FC1C-0594-ED53A4F7DD8B}"/>
              </a:ext>
            </a:extLst>
          </p:cNvPr>
          <p:cNvSpPr txBox="1"/>
          <p:nvPr/>
        </p:nvSpPr>
        <p:spPr>
          <a:xfrm>
            <a:off x="10567421" y="1042228"/>
            <a:ext cx="332142" cy="26161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s9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2308E6F-F86C-E9C5-B847-F3603926A9B1}"/>
              </a:ext>
            </a:extLst>
          </p:cNvPr>
          <p:cNvCxnSpPr>
            <a:cxnSpLocks/>
            <a:stCxn id="114" idx="0"/>
            <a:endCxn id="25" idx="6"/>
          </p:cNvCxnSpPr>
          <p:nvPr/>
        </p:nvCxnSpPr>
        <p:spPr>
          <a:xfrm flipH="1" flipV="1">
            <a:off x="9969818" y="592831"/>
            <a:ext cx="763674" cy="4493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010A2415-66D5-96D8-0BE9-327F0B14DAD2}"/>
              </a:ext>
            </a:extLst>
          </p:cNvPr>
          <p:cNvSpPr txBox="1"/>
          <p:nvPr/>
        </p:nvSpPr>
        <p:spPr>
          <a:xfrm>
            <a:off x="11274321" y="864518"/>
            <a:ext cx="407484" cy="26161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s10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C315280-31CA-406E-6632-B28EBCD0F1FC}"/>
              </a:ext>
            </a:extLst>
          </p:cNvPr>
          <p:cNvCxnSpPr>
            <a:cxnSpLocks/>
            <a:stCxn id="118" idx="0"/>
            <a:endCxn id="25" idx="6"/>
          </p:cNvCxnSpPr>
          <p:nvPr/>
        </p:nvCxnSpPr>
        <p:spPr>
          <a:xfrm flipH="1" flipV="1">
            <a:off x="9969818" y="592831"/>
            <a:ext cx="1508245" cy="2716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371F85B0-E5DB-69CC-EAD6-47F425E3FF01}"/>
              </a:ext>
            </a:extLst>
          </p:cNvPr>
          <p:cNvSpPr txBox="1"/>
          <p:nvPr/>
        </p:nvSpPr>
        <p:spPr>
          <a:xfrm>
            <a:off x="7652713" y="6531241"/>
            <a:ext cx="407484" cy="2616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s11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4C872B5-4521-824A-EA44-CE5F8325DC1B}"/>
              </a:ext>
            </a:extLst>
          </p:cNvPr>
          <p:cNvCxnSpPr>
            <a:cxnSpLocks/>
            <a:stCxn id="122" idx="0"/>
            <a:endCxn id="26" idx="4"/>
          </p:cNvCxnSpPr>
          <p:nvPr/>
        </p:nvCxnSpPr>
        <p:spPr>
          <a:xfrm flipH="1" flipV="1">
            <a:off x="7548315" y="5705923"/>
            <a:ext cx="308140" cy="8253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C637E33F-A728-DA8D-E73A-CE95529A45A6}"/>
              </a:ext>
            </a:extLst>
          </p:cNvPr>
          <p:cNvSpPr txBox="1"/>
          <p:nvPr/>
        </p:nvSpPr>
        <p:spPr>
          <a:xfrm>
            <a:off x="8711767" y="6455134"/>
            <a:ext cx="407484" cy="261610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s12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FB7436CC-971E-F302-4574-76E6C3F3605D}"/>
              </a:ext>
            </a:extLst>
          </p:cNvPr>
          <p:cNvCxnSpPr>
            <a:cxnSpLocks/>
            <a:stCxn id="131" idx="0"/>
            <a:endCxn id="26" idx="4"/>
          </p:cNvCxnSpPr>
          <p:nvPr/>
        </p:nvCxnSpPr>
        <p:spPr>
          <a:xfrm flipH="1" flipV="1">
            <a:off x="7548315" y="5705923"/>
            <a:ext cx="1367194" cy="7492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53EC6103-B216-7217-1A01-B901AB05CB7A}"/>
              </a:ext>
            </a:extLst>
          </p:cNvPr>
          <p:cNvCxnSpPr>
            <a:cxnSpLocks/>
            <a:stCxn id="27" idx="6"/>
            <a:endCxn id="25" idx="2"/>
          </p:cNvCxnSpPr>
          <p:nvPr/>
        </p:nvCxnSpPr>
        <p:spPr>
          <a:xfrm flipV="1">
            <a:off x="7757390" y="592831"/>
            <a:ext cx="1683238" cy="5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557BB12-AF55-035A-C85C-B36F30493AB1}"/>
              </a:ext>
            </a:extLst>
          </p:cNvPr>
          <p:cNvCxnSpPr>
            <a:cxnSpLocks/>
            <a:stCxn id="35" idx="4"/>
            <a:endCxn id="26" idx="0"/>
          </p:cNvCxnSpPr>
          <p:nvPr/>
        </p:nvCxnSpPr>
        <p:spPr>
          <a:xfrm>
            <a:off x="7548315" y="4769912"/>
            <a:ext cx="0" cy="4068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7038CC23-8059-29DD-B52F-F6004C9C3C0C}"/>
              </a:ext>
            </a:extLst>
          </p:cNvPr>
          <p:cNvSpPr txBox="1"/>
          <p:nvPr/>
        </p:nvSpPr>
        <p:spPr>
          <a:xfrm>
            <a:off x="9244270" y="1339664"/>
            <a:ext cx="341760" cy="26161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IT" sz="1100" b="1" dirty="0">
                <a:solidFill>
                  <a:schemeClr val="bg1"/>
                </a:solidFill>
              </a:rPr>
              <a:t>h1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6A9B0818-BE05-AC39-4705-F2EACE981274}"/>
              </a:ext>
            </a:extLst>
          </p:cNvPr>
          <p:cNvCxnSpPr>
            <a:cxnSpLocks/>
            <a:stCxn id="36" idx="6"/>
            <a:endCxn id="142" idx="1"/>
          </p:cNvCxnSpPr>
          <p:nvPr/>
        </p:nvCxnSpPr>
        <p:spPr>
          <a:xfrm flipV="1">
            <a:off x="8828814" y="1470469"/>
            <a:ext cx="415456" cy="57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CACB28CF-532E-D441-3F03-34703F6C9AEF}"/>
              </a:ext>
            </a:extLst>
          </p:cNvPr>
          <p:cNvCxnSpPr>
            <a:cxnSpLocks/>
            <a:stCxn id="37" idx="0"/>
            <a:endCxn id="5" idx="2"/>
          </p:cNvCxnSpPr>
          <p:nvPr/>
        </p:nvCxnSpPr>
        <p:spPr>
          <a:xfrm flipH="1" flipV="1">
            <a:off x="5176151" y="464083"/>
            <a:ext cx="209629" cy="4004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67B4E280-41F2-7322-3FF5-C99B2E575F2F}"/>
              </a:ext>
            </a:extLst>
          </p:cNvPr>
          <p:cNvCxnSpPr>
            <a:cxnSpLocks/>
            <a:stCxn id="39" idx="6"/>
            <a:endCxn id="6" idx="1"/>
          </p:cNvCxnSpPr>
          <p:nvPr/>
        </p:nvCxnSpPr>
        <p:spPr>
          <a:xfrm>
            <a:off x="8899883" y="4486807"/>
            <a:ext cx="3926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B10C37FA-688B-DBEA-584A-0DE6A4ED01BB}"/>
              </a:ext>
            </a:extLst>
          </p:cNvPr>
          <p:cNvCxnSpPr>
            <a:cxnSpLocks/>
            <a:stCxn id="37" idx="4"/>
            <a:endCxn id="19" idx="6"/>
          </p:cNvCxnSpPr>
          <p:nvPr/>
        </p:nvCxnSpPr>
        <p:spPr>
          <a:xfrm flipH="1">
            <a:off x="3381248" y="1393708"/>
            <a:ext cx="2004532" cy="548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27ECD0AC-F3E7-2482-A7B7-9179E274D92C}"/>
              </a:ext>
            </a:extLst>
          </p:cNvPr>
          <p:cNvCxnSpPr>
            <a:cxnSpLocks/>
            <a:stCxn id="37" idx="4"/>
            <a:endCxn id="20" idx="6"/>
          </p:cNvCxnSpPr>
          <p:nvPr/>
        </p:nvCxnSpPr>
        <p:spPr>
          <a:xfrm flipH="1">
            <a:off x="3307441" y="1393708"/>
            <a:ext cx="2078339" cy="2069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275BAA1F-7843-D4E5-7D00-F26D8B185BC7}"/>
              </a:ext>
            </a:extLst>
          </p:cNvPr>
          <p:cNvCxnSpPr>
            <a:cxnSpLocks/>
            <a:stCxn id="36" idx="2"/>
            <a:endCxn id="23" idx="6"/>
          </p:cNvCxnSpPr>
          <p:nvPr/>
        </p:nvCxnSpPr>
        <p:spPr>
          <a:xfrm flipH="1">
            <a:off x="6538176" y="1476267"/>
            <a:ext cx="1761448" cy="5466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C3D1DF28-DF24-6C86-F260-C5076E1CF8B5}"/>
              </a:ext>
            </a:extLst>
          </p:cNvPr>
          <p:cNvCxnSpPr>
            <a:cxnSpLocks/>
            <a:stCxn id="37" idx="4"/>
            <a:endCxn id="23" idx="0"/>
          </p:cNvCxnSpPr>
          <p:nvPr/>
        </p:nvCxnSpPr>
        <p:spPr>
          <a:xfrm>
            <a:off x="5385780" y="1393708"/>
            <a:ext cx="887801" cy="3645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7A6DBAC-C96E-CCFA-8538-FE91F0CFD847}"/>
              </a:ext>
            </a:extLst>
          </p:cNvPr>
          <p:cNvCxnSpPr>
            <a:cxnSpLocks/>
            <a:stCxn id="38" idx="0"/>
            <a:endCxn id="23" idx="4"/>
          </p:cNvCxnSpPr>
          <p:nvPr/>
        </p:nvCxnSpPr>
        <p:spPr>
          <a:xfrm flipH="1" flipV="1">
            <a:off x="6273581" y="2287492"/>
            <a:ext cx="33310" cy="21167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4C1D95E0-AC63-5ACE-7E91-53A1DB62B659}"/>
              </a:ext>
            </a:extLst>
          </p:cNvPr>
          <p:cNvCxnSpPr>
            <a:cxnSpLocks/>
            <a:stCxn id="24" idx="6"/>
            <a:endCxn id="38" idx="2"/>
          </p:cNvCxnSpPr>
          <p:nvPr/>
        </p:nvCxnSpPr>
        <p:spPr>
          <a:xfrm flipV="1">
            <a:off x="4209779" y="4668830"/>
            <a:ext cx="1832517" cy="182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3D6F6B77-34A6-8424-9E69-2FC8735A6704}"/>
              </a:ext>
            </a:extLst>
          </p:cNvPr>
          <p:cNvCxnSpPr>
            <a:cxnSpLocks/>
            <a:stCxn id="27" idx="2"/>
            <a:endCxn id="37" idx="6"/>
          </p:cNvCxnSpPr>
          <p:nvPr/>
        </p:nvCxnSpPr>
        <p:spPr>
          <a:xfrm flipH="1">
            <a:off x="5650375" y="598695"/>
            <a:ext cx="1577825" cy="5304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DFF7FC48-A02E-DC2B-D6B9-6BAAAEA1D0D1}"/>
              </a:ext>
            </a:extLst>
          </p:cNvPr>
          <p:cNvCxnSpPr>
            <a:cxnSpLocks/>
            <a:stCxn id="35" idx="0"/>
            <a:endCxn id="38" idx="4"/>
          </p:cNvCxnSpPr>
          <p:nvPr/>
        </p:nvCxnSpPr>
        <p:spPr>
          <a:xfrm flipH="1">
            <a:off x="6306891" y="4240722"/>
            <a:ext cx="1241424" cy="6927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5CE7E460-267B-104A-FFDF-90745B1EA299}"/>
              </a:ext>
            </a:extLst>
          </p:cNvPr>
          <p:cNvCxnSpPr>
            <a:cxnSpLocks/>
            <a:stCxn id="35" idx="6"/>
            <a:endCxn id="39" idx="2"/>
          </p:cNvCxnSpPr>
          <p:nvPr/>
        </p:nvCxnSpPr>
        <p:spPr>
          <a:xfrm flipV="1">
            <a:off x="7812910" y="4486807"/>
            <a:ext cx="557783" cy="185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C2D9F2-814B-B628-1451-6C5ADBA10A1A}"/>
              </a:ext>
            </a:extLst>
          </p:cNvPr>
          <p:cNvCxnSpPr>
            <a:cxnSpLocks/>
            <a:stCxn id="20" idx="1"/>
            <a:endCxn id="17" idx="5"/>
          </p:cNvCxnSpPr>
          <p:nvPr/>
        </p:nvCxnSpPr>
        <p:spPr>
          <a:xfrm flipH="1" flipV="1">
            <a:off x="2175333" y="2129276"/>
            <a:ext cx="680416" cy="11472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538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5DD051663C0A442BDC3FA67A82E4AA3" ma:contentTypeVersion="13" ma:contentTypeDescription="Creare un nuovo documento." ma:contentTypeScope="" ma:versionID="80ee649dc65c5cb71c14e894b67277eb">
  <xsd:schema xmlns:xsd="http://www.w3.org/2001/XMLSchema" xmlns:xs="http://www.w3.org/2001/XMLSchema" xmlns:p="http://schemas.microsoft.com/office/2006/metadata/properties" xmlns:ns2="3b4cf268-050f-487a-86a8-c116bb64d565" xmlns:ns3="b6734ba6-a762-4a67-ba3c-c913e2a8d9b7" targetNamespace="http://schemas.microsoft.com/office/2006/metadata/properties" ma:root="true" ma:fieldsID="4f632399a1d5de0ae840312dce89703c" ns2:_="" ns3:_="">
    <xsd:import namespace="3b4cf268-050f-487a-86a8-c116bb64d565"/>
    <xsd:import namespace="b6734ba6-a762-4a67-ba3c-c913e2a8d9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cf268-050f-487a-86a8-c116bb64d5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1b0026b0-1aff-43e1-897f-d8dda1b3c3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Notes" ma:index="20" nillable="true" ma:displayName="Notes" ma:description="Corretto inserendo ARP flooding&#10;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734ba6-a762-4a67-ba3c-c913e2a8d9b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d707b30-9d03-41cd-b03b-a0b3106795b8}" ma:internalName="TaxCatchAll" ma:showField="CatchAllData" ma:web="b6734ba6-a762-4a67-ba3c-c913e2a8d9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b4cf268-050f-487a-86a8-c116bb64d565">
      <Terms xmlns="http://schemas.microsoft.com/office/infopath/2007/PartnerControls"/>
    </lcf76f155ced4ddcb4097134ff3c332f>
    <TaxCatchAll xmlns="b6734ba6-a762-4a67-ba3c-c913e2a8d9b7" xsi:nil="true"/>
    <Notes xmlns="3b4cf268-050f-487a-86a8-c116bb64d565" xsi:nil="true"/>
  </documentManagement>
</p:properties>
</file>

<file path=customXml/itemProps1.xml><?xml version="1.0" encoding="utf-8"?>
<ds:datastoreItem xmlns:ds="http://schemas.openxmlformats.org/officeDocument/2006/customXml" ds:itemID="{016DE31E-67DF-4FFC-9A9B-28D226298208}"/>
</file>

<file path=customXml/itemProps2.xml><?xml version="1.0" encoding="utf-8"?>
<ds:datastoreItem xmlns:ds="http://schemas.openxmlformats.org/officeDocument/2006/customXml" ds:itemID="{BCA8CBB3-DF55-43DD-8F96-6A06FC25C65D}"/>
</file>

<file path=customXml/itemProps3.xml><?xml version="1.0" encoding="utf-8"?>
<ds:datastoreItem xmlns:ds="http://schemas.openxmlformats.org/officeDocument/2006/customXml" ds:itemID="{4B016B24-D44D-4662-83A0-9C17D8E30C96}"/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32</Words>
  <Application>Microsoft Macintosh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Fabrizio Giuliano</dc:creator>
  <cp:lastModifiedBy>FABRIZIO GIULIANO</cp:lastModifiedBy>
  <cp:revision>1</cp:revision>
  <dcterms:created xsi:type="dcterms:W3CDTF">2024-11-20T17:10:07Z</dcterms:created>
  <dcterms:modified xsi:type="dcterms:W3CDTF">2025-12-05T08:25:16Z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0x010100F5DD051663C0A442BDC3FA67A82E4AA3</vt:lpwstr>
  </property>
</Properties>
</file>